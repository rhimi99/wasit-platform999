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F3D5C"/>
                </a:solidFill>
                <a:latin typeface="Noto Sans Arabic"/>
              </a:rPr>
              <a:t>WASIT BUSINESS GLOBAL</a:t>
            </a:r>
          </a:p>
          <a:p>
            <a:pPr algn="ctr"/>
            <a:r>
              <a:rPr sz="2600" b="1">
                <a:solidFill>
                  <a:srgbClr val="14532D"/>
                </a:solidFill>
                <a:latin typeface="Noto Sans Arabic"/>
              </a:rPr>
              <a:t>الوسيط للتجارة الرقمية</a:t>
            </a:r>
          </a:p>
          <a:p>
            <a:pPr algn="ctr"/>
            <a:r>
              <a:rPr sz="1600" b="0">
                <a:solidFill>
                  <a:srgbClr val="334155"/>
                </a:solidFill>
                <a:latin typeface="Noto Sans Arabic"/>
              </a:rPr>
              <a:t>Global Digital Trade Intermediary</a:t>
            </a:r>
          </a:p>
          <a:p>
            <a:pPr algn="ctr"/>
            <a:r>
              <a:rPr sz="1500" b="0">
                <a:solidFill>
                  <a:srgbClr val="334155"/>
                </a:solidFill>
                <a:latin typeface="Noto Sans Arabic"/>
              </a:rPr>
              <a:t>Partnership Discussion — نقاش الشراكة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>
                <a:solidFill>
                  <a:srgbClr val="0F3D5C"/>
                </a:solidFill>
                <a:latin typeface="Noto Sans Arabic"/>
              </a:rPr>
              <a:t>WASIT BUSINESS GLOBAL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>
                <a:solidFill>
                  <a:srgbClr val="0F3D5C"/>
                </a:solidFill>
                <a:latin typeface="Noto Sans Arabic"/>
              </a:rPr>
              <a:t>PARTNER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14532D"/>
                </a:solidFill>
                <a:latin typeface="Noto Sans Arabic"/>
              </a:rPr>
              <a:t>الوسيط للتجارة الرقمية · Global Digital Trade Intermediary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نسخة مختصرة للعرض الأول على الشريك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الإصدار الموثّق: b03d17b · التاريخ: 2026-10-04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>
                <a:solidFill>
                  <a:srgbClr val="0F3D5C"/>
                </a:solidFill>
                <a:latin typeface="Noto Sans Arabic"/>
              </a:rPr>
              <a:t>1. WASIT — من نحن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WASIT BUSINESS GLOBAL (الوسيط للتجارة الرقمية) — منصة وساطة تجارية رقمية تربط المشترين بالمورّدين والتجار والشركات، وتدير دورة الصفقة كاملة: من التسجيل والتوثيق، إلى العرض والطلب، إلى العمولة والدفع والدفتر والتسوية والصرف.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في أربع نقاط: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منصة وسيط تجاري رقمي — ليست شركة توصيل، وليست بنكًا.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B2B + B2C في نظام واحد.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عربية أولًا (RTL) مع دعم fr/en، وبنية Global-first قابلة للتوسع الدولي.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مبنية ومختبرة فعليًا — وليست فكرة على ورق.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>
                <a:solidFill>
                  <a:srgbClr val="0F3D5C"/>
                </a:solidFill>
                <a:latin typeface="Noto Sans Arabic"/>
              </a:rPr>
              <a:t>2. Problem — المشكلة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--- — ---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صعوبة الوصول إلى موردين وأسواق جديدة — نمو مقيّد بالعلاقات الشخصية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تشتّت عمليات التجارة — عرض، طلب، فاتورة، دفع، تسوية — أدوات منفصلة بلا أثر موحّد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ضعف الثقة بين الأطراف — لا إشارات ثقة قابلة للتفسير ولا مسار منظّم عند الخلاف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صعوبة الوصول إلى فرص B2B — فرص ضائعة لغياب المطابقة والبحث الموحّد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غياب وسيط رقمي منظّم — قواعد غير معلنة وعمولات غير قابلة للتدقيق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لا تتضمّن هذه الوثيقة أي إحصاءات سوقية — المشروع لا يحتوي على دراسة سوق موثّقة.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>
                <a:solidFill>
                  <a:srgbClr val="0F3D5C"/>
                </a:solidFill>
                <a:latin typeface="Noto Sans Arabic"/>
              </a:rPr>
              <a:t>3. Solution — الحل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طبقة وساطة رقمية واحدة تُدير الصفقة كاملة، بقواعد معلنة وقابلة للتدقيق.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ما تفعله WASIT: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تربط المشتري بالبائع الصحيح (بحث، تصنيف، مطابقة، مقارنة أسعار).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تدير الطلب والعرض والمخزون.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تحتسب العمولة بقاعدة واضحة من قاعدة البيانات.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تفصل الدفع عن التسوية عن العمولة المستحقة عن العمولة المستلمة.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تسجّل كل حركة مالية بأطرافها (Payer / Beneficiary) في دفتر الحسابات.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تدير الثقة والتوثيق والمخاطر والنزاعات والإعلانات والاشتراكات.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ما لا تفعله WASIT: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ليست شركة توصيل، ولا طرفًا لوجستيًا.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لا تحتفظ بأرصدة للعملاء (لا Wallet).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لا تتحمّل تلقائيًا مسؤولية اتفاق خارج المنصة.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>
                <a:solidFill>
                  <a:srgbClr val="0F3D5C"/>
                </a:solidFill>
                <a:latin typeface="Noto Sans Arabic"/>
              </a:rPr>
              <a:t>4. How It Works — كيف تعمل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--- — ---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التسجيل — حساب + جلسة آمنة + دور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التوثيق — مستويات توثيق وسياسات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العرض — منتج، تصنيف، حد أدنى للكمية (MOQ)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الطلب — طلب مؤكَّد بالأطراف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العمولة — احتساب من سياسة قاعدة البيانات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الدفع — نيّة دفع + تأكيد مزوّد/Webhook موقّع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الدفتر — تسجيل الحركة بأطرافها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التسوية — تأكيد التسوية بدليل إلزامي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الصرف — صرف مستحق البائع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مبدأ محفوظ: الدفع ≠ التسوية ≠ العمولة المستحقة ≠ العمولة المستلمة — أربع حالات منفصلة، والنظام مُختبر على أنه لا يفبرك أي حالة مُسوّاة.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>
                <a:solidFill>
                  <a:srgbClr val="0F3D5C"/>
                </a:solidFill>
                <a:latin typeface="Noto Sans Arabic"/>
              </a:rPr>
              <a:t>5. Business Model — نموذج الأعمال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14532D"/>
                </a:solidFill>
                <a:latin typeface="Noto Sans Arabic"/>
              </a:rPr>
              <a:t>العمولة — المصدر الأساسي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4% من قيمة الصفقة إجمالًا = 2% على البائع + 2% على المشتري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--- — ---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قيمة الصفقة — 210.0000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العمولة الإجمالية (4%) — 8.4000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حصة المشتري (2%) — 4.2000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الإجمالي النهائي — 214.2000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أرقام حقيقية من طلب فعلي في قاعدة بيانات العرض.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مزايا النموذج: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العمولة سياسة في قاعدة البيانات لا كود مُثبّت → قابلة للتعديل إداريًا مع تدقيق.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المحرّك يفشل مغلقًا إن غابت السياسة — لا رقم مخترع.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رسوم مزوّد الدفع منفصلة تمامًا عن عمولة WASIT.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مصادر إضافية مُنَمذجة: رسوم معالجة الدفع · الإعلانات · الاشتراكات (0 / 19 / 99 / 299 TND كأسعار تهيئة).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>
                <a:solidFill>
                  <a:srgbClr val="0F3D5C"/>
                </a:solidFill>
                <a:latin typeface="Noto Sans Arabic"/>
              </a:rPr>
              <a:t>6. Platform — المنصة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--- — ---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السوق — منتجات، تصنيفات، بحث موحّد، مقارنة أسعار، موردون/تجار/شركات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البيع — طلبات، إتمام شراء، مخزون، دورة حياة الطلب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المال — عمولة، دفع، دفتر حسابات، تسوية، صرف، مطابقة، ضرائب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النمو — إعلانات، اشتراكات، تحليلات، اقتصاديات الوحدة (CAC/LTV)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الثقة — توثيق، ثقة، مخاطر، نزاعات مع استئناف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التواصل — رسائل، إشعارات، تفضيلات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الذكاء — 11 وكيلًا مُنفَّذًا + تحكم تكلفة + مزوّد قابل للتبديل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الوسائط — توليد فيديو تسويقي حقيقي (MP4) بمدة 35–120 ثانية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الإدارة — لوحة كاملة + RBAC + تدقيق + مراقبة + خصوصية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البنية — Global-first: دول/لغات/عملات كبيانات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>
                <a:solidFill>
                  <a:srgbClr val="0F3D5C"/>
                </a:solidFill>
                <a:latin typeface="Noto Sans Arabic"/>
              </a:rPr>
              <a:t>7. Current Status — الحالة الحالية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--- — ---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الوظائف الأساسية (سوق، طلبات، عمولة، دفتر، تسوية) — READY / TESTED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المصادقة، الأدوار، الإدارة، النزاعات، الاشتراكات — READY / TESTED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الدفع والصرف الإنتاجيان — DEMO / يحتاج تكوين مزوّد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الذكاء الاصطناعي بمزوّد خارجي — يحتاج مفاتيح API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Marketing Video — READY / TESTED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WASIT AI Copilot — PLANNED — مواصفة فقط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البنية التحتية المستضافة — PLANNED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الوثائق القانونية — REVIEW REQUIRED — غير موجودة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KYC/KYB و AML — REVIEW REQUIRED — لا كود مخصص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ما تم التحقق منه فعليًا: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--- — ---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اختبارات الوحدة/التكامل — 765 / 765 ناجحًا (68 ملفًا)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الاختبارات الشاملة (E2E) — 213 ناجحًا، 2 متخطّى، 0 فاشل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Typecheck — 0 أخطاء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بناء الواجهة — PASS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اختبار وظيفي من الواجهة — 22 / 22 فحصًا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>
                <a:solidFill>
                  <a:srgbClr val="0F3D5C"/>
                </a:solidFill>
                <a:latin typeface="Noto Sans Arabic"/>
              </a:rPr>
              <a:t>8. Partnership Opportunity — فرصة الشراكة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الوضع بصراحة: المنصة مبنية ومختبرة. المرحلة القادمة تحتاج خبرة وعلاقات وتشغيلًا وتوسّعًا — لا كودًا أكثر.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--- — ---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Strategic Business — رؤية + علاقات + قيادة تنفيذ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International Trade — شبكة موردين ومشترين + خبرة تصدير/استيراد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B2B Growth — قنوات اكتساب + مبيعات مؤسسية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Payment / Financial — مزوّد دفع + خبرة امتثال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Logistics / Supply Chain — تشغيل الشحن والتخزين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Technology / AI — هندسة + نماذج AI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Market Expansion — فتح أسواق ودول جديدة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ما تقدّمه WASIT للشريك: منصة عاملة · نموذج أعمال مُنَمذج · بنية Marketplace · نظام عمولات قابل للتكوين · بنية مالية منفصلة الطبقات · 11 وكيل AI · لوحة إدارة وتدقيق · قابلية توسع دولي · جاهزية نشر (Docker/CI).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ما نبحث عنه: خبرة · علاقات · أسواق · عملاء · معرفة قطاعية · تشغيل · تكنولوجيا · تمويل · توسع دولي.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>
                <a:solidFill>
                  <a:srgbClr val="0F3D5C"/>
                </a:solidFill>
                <a:latin typeface="Noto Sans Arabic"/>
              </a:rPr>
              <a:t>9. Roadmap — خارطة الطريق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--- — --- — ---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Phase 1 — Platform validation / demo / technical stabilization — جارية — منجزة إلى حد كبير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Phase 2 — Production readiness / legal / providers — التالية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Phase 3 — Initial market launch — مخطط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Phase 4 — B2B growth — مخطط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Phase 5 — International expansion (تدريجي) — مخطط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مخاطر معلنة بإيجاز: تنظيمي/قانوني · مدفوعات · KYC/KYB · AML · عمليات دولية · لوجستيك · تبنّي سوقي · أمن · اعتماد على مزوّدين · قرارات مالية غير محسومة — وكلها مُدرجة بتفصيل في الملف الكامل.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>
                <a:solidFill>
                  <a:srgbClr val="0F3D5C"/>
                </a:solidFill>
                <a:latin typeface="Noto Sans Arabic"/>
              </a:rPr>
              <a:t>10. Partnership Discussion — نقاش الشراكة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&lt;div style="text-align:center; padding: 2rem 0;"&gt;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>
                <a:solidFill>
                  <a:srgbClr val="0F3D5C"/>
                </a:solidFill>
                <a:latin typeface="Noto Sans Arabic"/>
              </a:rPr>
              <a:t>WASIT BUSINESS GLOBAL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14532D"/>
                </a:solidFill>
                <a:latin typeface="Noto Sans Arabic"/>
              </a:rPr>
              <a:t>From Digital Marketplace to Global Trade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من سوق رقمي إلى بنية تحتية للتجارة العالمية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Partnership Philosophy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**Partnership structure to be discussed and agreed based on the partner's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contribution, role, responsibilities and strategic value.**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&lt;/div&gt;</a:t>
            </a:r>
          </a:p>
          <a:p>
            <a:pPr algn="r"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  <a:latin typeface="Noto Sans Arabic"/>
              </a:rPr>
              <a:t>•  *هذه الوثيقة توثيق وتحليل فقط — لم يُعدَّل أي كود، ولم تُنشأ أي commit، ولم يُنفَّذ أي reset/drop لقاعدة البيانات.*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